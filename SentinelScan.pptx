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8972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5AD81-A2AF-E6EC-29E5-4D89879A0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996205-EC1B-5B83-D1E1-CA4710B1F5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D2DA66-1567-AF9C-D9AC-33E503061B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41BB7-2869-EB9D-3327-730591AD83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9366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50665" y="188665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SentinelScan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3861007" y="30861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URL. Complete Security Insight.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3469122" y="3544699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Website Vulnerability &amp; OWASP Top 10 Scanner</a:t>
            </a:r>
            <a:endParaRPr lang="en-US" sz="1300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57253FC2-9973-FA13-F476-69CBB102D46C}"/>
              </a:ext>
            </a:extLst>
          </p:cNvPr>
          <p:cNvSpPr txBox="1"/>
          <p:nvPr/>
        </p:nvSpPr>
        <p:spPr>
          <a:xfrm>
            <a:off x="868991" y="4896519"/>
            <a:ext cx="31991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700" dirty="0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5EB6791E-E683-94EE-54F9-ADD331165124}"/>
              </a:ext>
            </a:extLst>
          </p:cNvPr>
          <p:cNvSpPr txBox="1"/>
          <p:nvPr/>
        </p:nvSpPr>
        <p:spPr>
          <a:xfrm>
            <a:off x="4220547" y="4896519"/>
            <a:ext cx="31991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 by</a:t>
            </a:r>
            <a:endParaRPr lang="en-US" sz="170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D168B8AB-AE89-BDA9-9853-B4318A963EFA}"/>
              </a:ext>
            </a:extLst>
          </p:cNvPr>
          <p:cNvSpPr txBox="1"/>
          <p:nvPr/>
        </p:nvSpPr>
        <p:spPr>
          <a:xfrm>
            <a:off x="7954035" y="4896519"/>
            <a:ext cx="31991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700" dirty="0"/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9D45D302-06D2-64C1-6BAC-F44829056D59}"/>
              </a:ext>
            </a:extLst>
          </p:cNvPr>
          <p:cNvSpPr txBox="1"/>
          <p:nvPr/>
        </p:nvSpPr>
        <p:spPr>
          <a:xfrm>
            <a:off x="868991" y="5473648"/>
            <a:ext cx="16782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Scanning tool</a:t>
            </a:r>
            <a:endParaRPr lang="en-US" sz="1300" dirty="0"/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04C4AEDA-9F40-05B1-063C-1037D5DD3D2E}"/>
              </a:ext>
            </a:extLst>
          </p:cNvPr>
          <p:cNvSpPr txBox="1"/>
          <p:nvPr/>
        </p:nvSpPr>
        <p:spPr>
          <a:xfrm>
            <a:off x="4236720" y="5473648"/>
            <a:ext cx="14916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B9C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Uplers</a:t>
            </a:r>
            <a:endParaRPr lang="en-US" sz="1300" dirty="0"/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D024486C-3D6D-1DF2-F07D-187BC934EDA8}"/>
              </a:ext>
            </a:extLst>
          </p:cNvPr>
          <p:cNvSpPr txBox="1"/>
          <p:nvPr/>
        </p:nvSpPr>
        <p:spPr>
          <a:xfrm>
            <a:off x="7985760" y="5473648"/>
            <a:ext cx="14916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Luv Rawal,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B9C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Divyanshu Rawat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9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D04120-A7B9-228B-E87D-64CB83483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8C4A7E48-D5CD-6FAD-A2D6-FF3EEC3A166C}"/>
              </a:ext>
            </a:extLst>
          </p:cNvPr>
          <p:cNvSpPr txBox="1"/>
          <p:nvPr/>
        </p:nvSpPr>
        <p:spPr>
          <a:xfrm>
            <a:off x="548640" y="737119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is checking. Attackers already are.</a:t>
            </a:r>
            <a:endParaRPr lang="en-US" sz="3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FA32A8E-159F-1816-D025-54F3BBA8158D}"/>
              </a:ext>
            </a:extLst>
          </p:cNvPr>
          <p:cNvSpPr txBox="1"/>
          <p:nvPr/>
        </p:nvSpPr>
        <p:spPr>
          <a:xfrm>
            <a:off x="548640" y="2252336"/>
            <a:ext cx="6309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6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teams and site owners have no fast, on-demand way to check whether a website is running outdated software or exposing OWASP Top 10-class weaknesses.
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6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security audits are slow, expensive, and need specialist skills — so most small and mid-sized teams skip them.</a:t>
            </a:r>
            <a:endParaRPr lang="en-US" sz="1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CCEB034-2A03-B1FC-B4E8-1BFCC670C453}"/>
              </a:ext>
            </a:extLst>
          </p:cNvPr>
          <p:cNvSpPr/>
          <p:nvPr/>
        </p:nvSpPr>
        <p:spPr>
          <a:xfrm>
            <a:off x="521270" y="4533950"/>
            <a:ext cx="6336730" cy="1485807"/>
          </a:xfrm>
          <a:prstGeom prst="roundRect">
            <a:avLst>
              <a:gd name="adj" fmla="val 5161"/>
            </a:avLst>
          </a:prstGeom>
          <a:solidFill>
            <a:srgbClr val="23374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485E4A4-33AE-0D75-8AED-811C054D7ADC}"/>
              </a:ext>
            </a:extLst>
          </p:cNvPr>
          <p:cNvSpPr txBox="1"/>
          <p:nvPr/>
        </p:nvSpPr>
        <p:spPr>
          <a:xfrm>
            <a:off x="795590" y="4689398"/>
            <a:ext cx="5785710" cy="38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2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F6F145A-C382-03F5-8407-488B6C374A28}"/>
              </a:ext>
            </a:extLst>
          </p:cNvPr>
          <p:cNvSpPr txBox="1"/>
          <p:nvPr/>
        </p:nvSpPr>
        <p:spPr>
          <a:xfrm>
            <a:off x="795590" y="4963717"/>
            <a:ext cx="5785710" cy="1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lack rapid vulnerability visibility until a breach occurs.</a:t>
            </a:r>
            <a:endParaRPr lang="en-US" sz="14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62ED377-D67F-E743-4A04-13CAC7FE450A}"/>
              </a:ext>
            </a:extLst>
          </p:cNvPr>
          <p:cNvSpPr/>
          <p:nvPr/>
        </p:nvSpPr>
        <p:spPr>
          <a:xfrm>
            <a:off x="7315200" y="2377440"/>
            <a:ext cx="4297680" cy="3749040"/>
          </a:xfrm>
          <a:prstGeom prst="rect">
            <a:avLst/>
          </a:prstGeom>
          <a:solidFill>
            <a:srgbClr val="132A3A"/>
          </a:solidFill>
          <a:ln w="12700">
            <a:solidFill>
              <a:srgbClr val="2E4E63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D0DCA5E-57A5-E9EB-3C12-8C2CE2A33031}"/>
              </a:ext>
            </a:extLst>
          </p:cNvPr>
          <p:cNvSpPr txBox="1"/>
          <p:nvPr/>
        </p:nvSpPr>
        <p:spPr>
          <a:xfrm>
            <a:off x="7635240" y="26060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~6%</a:t>
            </a:r>
            <a:endParaRPr lang="en-US" sz="3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0520609-3A9A-9951-32A0-89707B0EADCA}"/>
              </a:ext>
            </a:extLst>
          </p:cNvPr>
          <p:cNvSpPr txBox="1"/>
          <p:nvPr/>
        </p:nvSpPr>
        <p:spPr>
          <a:xfrm>
            <a:off x="9098280" y="26243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websites run fully up-to-date software</a:t>
            </a:r>
            <a:endParaRPr lang="en-US" sz="11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A36C1B7-1F66-7FCD-ABD7-05EF021783B0}"/>
              </a:ext>
            </a:extLst>
          </p:cNvPr>
          <p:cNvSpPr txBox="1"/>
          <p:nvPr/>
        </p:nvSpPr>
        <p:spPr>
          <a:xfrm>
            <a:off x="7635240" y="350215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6.29B</a:t>
            </a:r>
            <a:endParaRPr lang="en-US" sz="3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DECC320-5ED6-E89C-FA66-69E8A99445A7}"/>
              </a:ext>
            </a:extLst>
          </p:cNvPr>
          <p:cNvSpPr txBox="1"/>
          <p:nvPr/>
        </p:nvSpPr>
        <p:spPr>
          <a:xfrm>
            <a:off x="9098280" y="35204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targeting website vulnerabilities in 2025 (↑ 56% YoY)</a:t>
            </a:r>
            <a:endParaRPr lang="en-US" sz="11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7DF5EFF-72C6-89D0-DF50-0AA4EA486B21}"/>
              </a:ext>
            </a:extLst>
          </p:cNvPr>
          <p:cNvSpPr txBox="1"/>
          <p:nvPr/>
        </p:nvSpPr>
        <p:spPr>
          <a:xfrm>
            <a:off x="7635240" y="4398264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$4.44M</a:t>
            </a:r>
            <a:endParaRPr lang="en-US" sz="3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CFA8AED-26BE-9304-642D-AE4F70E2848D}"/>
              </a:ext>
            </a:extLst>
          </p:cNvPr>
          <p:cNvSpPr txBox="1"/>
          <p:nvPr/>
        </p:nvSpPr>
        <p:spPr>
          <a:xfrm>
            <a:off x="9098280" y="441655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of a data breach in 2025</a:t>
            </a:r>
            <a:endParaRPr lang="en-US" sz="11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8EDA010-CABA-C0A8-D177-EB9AC618FD67}"/>
              </a:ext>
            </a:extLst>
          </p:cNvPr>
          <p:cNvSpPr txBox="1"/>
          <p:nvPr/>
        </p:nvSpPr>
        <p:spPr>
          <a:xfrm>
            <a:off x="7635240" y="5294376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</a:t>
            </a:r>
            <a:endParaRPr lang="en-US" sz="3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375255C-AF85-403B-9552-BAB7EFFFD6D7}"/>
              </a:ext>
            </a:extLst>
          </p:cNvPr>
          <p:cNvSpPr txBox="1"/>
          <p:nvPr/>
        </p:nvSpPr>
        <p:spPr>
          <a:xfrm>
            <a:off x="9098280" y="5312664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breaches traced to unpatched components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540050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Us Different — and Responsible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527048"/>
            <a:ext cx="329184" cy="329184"/>
          </a:xfrm>
          <a:prstGeom prst="ellipse">
            <a:avLst/>
          </a:prstGeom>
          <a:solidFill>
            <a:srgbClr val="1A3A5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27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45389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Report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73736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Outdated-component detection AND OWASP Top 10 in a single scan. Most tools do only one.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51176"/>
            <a:ext cx="329184" cy="329184"/>
          </a:xfrm>
          <a:prstGeom prst="ellipse">
            <a:avLst/>
          </a:prstGeom>
          <a:solidFill>
            <a:srgbClr val="1A3A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51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4780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Fixes, Not a CVE Dump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76148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remediation that developers can act on without security background.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575304"/>
            <a:ext cx="329184" cy="329184"/>
          </a:xfrm>
          <a:prstGeom prst="ellipse">
            <a:avLst/>
          </a:prstGeom>
          <a:solidFill>
            <a:srgbClr val="1A3A5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575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5021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 That Means Something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78561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severity scoring + business context. Know what to fix first.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599432"/>
            <a:ext cx="329184" cy="329184"/>
          </a:xfrm>
          <a:prstGeom prst="ellipse">
            <a:avLst/>
          </a:prstGeom>
          <a:solidFill>
            <a:srgbClr val="1A3A5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599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5262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Minutes, Not Weeks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80974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scan and shareable report in minutes — no security expertise required.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46520" y="1143000"/>
            <a:ext cx="5212080" cy="5029200"/>
          </a:xfrm>
          <a:prstGeom prst="rect">
            <a:avLst/>
          </a:prstGeom>
          <a:solidFill>
            <a:srgbClr val="E8F0F5"/>
          </a:solidFill>
          <a:ln w="12700">
            <a:solidFill>
              <a:srgbClr val="CBD9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6656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BY DESIGN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66560" y="1783080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6656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196328" y="172821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gate before every scan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766560" y="2496312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766560" y="2496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196328" y="244144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Non-destructive checks only (read-only probes, zero exploitation)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766560" y="3209544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66560" y="3209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196328" y="315468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Rate-limited requests (scan never degrades target availability)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766560" y="3922776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766560" y="3922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196328" y="386791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scope disclosure (report states exactly what was and wasn’t tested)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675120" y="4681728"/>
            <a:ext cx="4754880" cy="868680"/>
          </a:xfrm>
          <a:prstGeom prst="roundRect">
            <a:avLst>
              <a:gd name="adj" fmla="val 6316"/>
            </a:avLst>
          </a:prstGeom>
          <a:solidFill>
            <a:srgbClr val="1A3A5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903720" y="47548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scanner that could damage the site it audits is not a security tool. Restraint is a feature.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 &amp; Approach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brief, then answering it exactly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361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288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portal where a user submits a URL, confirms authorization, and gets an automated, prioritized security report within minutes.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two ways: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34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for triage</a:t>
            </a:r>
            <a:endParaRPr lang="en-US" sz="11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PDF for audits, compliance, or client hand-off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204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THREE-STAGE PIPELINE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5394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84048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D3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922776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&amp; Fingerprinting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224528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DNS, HTTP headers, server detection, robots.txt/sitemap parsing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5394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75488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D3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837176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&amp; OWASP Top 10 Analysis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5138928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matching, CVE cross-reference, OWASP risk checks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5669280"/>
            <a:ext cx="5394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566928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D3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5751576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SOAR-Integrated Remediation Report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6053328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aggregated, severity-prioritized, remediation playbooks attached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63640" y="1371600"/>
            <a:ext cx="5349240" cy="5029200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83680" y="15727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766560" y="22585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D6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website URL submitted through the portal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2606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2898648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D6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software &amp; version detection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D6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(2025) risks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D6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SOAR-enabled remediation — automated action playbook per finding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D6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remediation guidance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4160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766560" y="4453128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D6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only (real attacker’s view)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D6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Non-destructive, read-only checks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D6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by developers and non-technical stakeholders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Capabilities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does, end to end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974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A3A5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402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URL Scan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889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URL and watch live progress as each module reports back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83280" y="1417320"/>
            <a:ext cx="26974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6002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A3A5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661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2402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CMS Fingerprinting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7889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Server, CMS, JS libraries, frameworks — with version numbers (signature-based, Wappalyzer-style)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417320"/>
            <a:ext cx="26974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6002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A3A5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2402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Outdated-Component Detection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7889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detected version cross-referenced against the NVD/CVE database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52560" y="1417320"/>
            <a:ext cx="26974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16002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A3A5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354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22402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OWASP Top 10 Checks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235440" y="27889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2025 category set, run automatically on every scan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794760"/>
            <a:ext cx="26974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39776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A3A5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46177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CVSS-Based Severity Scoring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166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Critical, High, Medium, Low, Info — triage order is never a guess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83280" y="3794760"/>
            <a:ext cx="26974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66160" y="39776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A3A5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56616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3566160" y="46177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SOAR-Enabled Remediation Playbooks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3566160" y="5166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includes an automated action playbook — developers execute fixes without manual research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0" y="3794760"/>
            <a:ext cx="26974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0" y="39776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A3A5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0080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0" y="46177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History Dashboard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6400800" y="5166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site’s security posture over time, scan after scan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052560" y="3794760"/>
            <a:ext cx="26974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35440" y="39776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A3A5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2354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9235440" y="46177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PDF Report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9235440" y="5166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audits, compliance evidence, or client delivery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Seven-layer stack, one request path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29200" cy="5532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99616"/>
            <a:ext cx="310896" cy="310896"/>
          </a:xfrm>
          <a:prstGeom prst="ellipse">
            <a:avLst/>
          </a:prstGeom>
          <a:solidFill>
            <a:srgbClr val="1A3A5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499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78992" y="144475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170078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React/Next.js + Tailwind — URL intake, auth checkbox, live dashboard, report viewer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043684"/>
            <a:ext cx="5029200" cy="5532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125980"/>
            <a:ext cx="310896" cy="310896"/>
          </a:xfrm>
          <a:prstGeom prst="ellipse">
            <a:avLst/>
          </a:prstGeom>
          <a:solidFill>
            <a:srgbClr val="1A3A5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" y="21259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" y="207111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Orchestration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" y="23271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JWT — /submit_scan, /poll_status, /fetch_report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670048"/>
            <a:ext cx="5029200" cy="5532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2752344"/>
            <a:ext cx="310896" cy="310896"/>
          </a:xfrm>
          <a:prstGeom prst="ellipse">
            <a:avLst/>
          </a:prstGeom>
          <a:solidFill>
            <a:srgbClr val="1A3A5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8368" y="2752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" y="26974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Scan Engine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" y="29535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workers + Redis queue — non-blocking parallel scans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296412"/>
            <a:ext cx="5029200" cy="5532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3378708"/>
            <a:ext cx="310896" cy="310896"/>
          </a:xfrm>
          <a:prstGeom prst="ellipse">
            <a:avLst/>
          </a:prstGeom>
          <a:solidFill>
            <a:srgbClr val="1A3A5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" y="33787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78992" y="332384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Modules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078992" y="35798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 · Fingerprinting · OWASP Checks · CVE Cross-Ref (concurrent)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922776"/>
            <a:ext cx="5029200" cy="5532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4005072"/>
            <a:ext cx="310896" cy="310896"/>
          </a:xfrm>
          <a:prstGeom prst="ellipse">
            <a:avLst/>
          </a:prstGeom>
          <a:solidFill>
            <a:srgbClr val="1A3A5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8368" y="4005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78992" y="39502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Intelligence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078992" y="42062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NVD/CVE API + CVSS v3 scoring engine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549140"/>
            <a:ext cx="5029200" cy="5532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" y="4631436"/>
            <a:ext cx="310896" cy="310896"/>
          </a:xfrm>
          <a:prstGeom prst="ellipse">
            <a:avLst/>
          </a:prstGeom>
          <a:solidFill>
            <a:srgbClr val="1A3A5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8368" y="46314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78992" y="45765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SOAR Orchestration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1078992" y="483260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SOAR connector — auto-triggers remediation playbooks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5175504"/>
            <a:ext cx="5029200" cy="5532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8368" y="5257800"/>
            <a:ext cx="310896" cy="310896"/>
          </a:xfrm>
          <a:prstGeom prst="ellipse">
            <a:avLst/>
          </a:prstGeom>
          <a:solidFill>
            <a:srgbClr val="1A3A5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5257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078992" y="520293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1078992" y="54589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+ ReportLab/WeasyPrint — web dashboard + downloadable PDF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852160" y="1417320"/>
            <a:ext cx="5760720" cy="5074920"/>
          </a:xfrm>
          <a:prstGeom prst="rect">
            <a:avLst/>
          </a:prstGeom>
          <a:solidFill>
            <a:srgbClr val="FFFFFF"/>
          </a:solidFill>
          <a:ln w="15875">
            <a:solidFill>
              <a:srgbClr val="A9B7C2"/>
            </a:solidFill>
            <a:prstDash val="dash"/>
          </a:ln>
        </p:spPr>
      </p:sp>
      <p:sp>
        <p:nvSpPr>
          <p:cNvPr id="40" name="Text 38"/>
          <p:cNvSpPr txBox="1"/>
          <p:nvPr/>
        </p:nvSpPr>
        <p:spPr>
          <a:xfrm>
            <a:off x="5852160" y="34518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DIAGRAM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852160" y="39090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E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7-layer vertical stack — diagram to be inserted here</a:t>
            </a:r>
            <a:endParaRPr lang="en-US" sz="110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39B98C2A-505F-E6F9-A259-5617BDEC3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844554"/>
            <a:ext cx="6240313" cy="57335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single scan moves through the system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29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90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USER PORTAL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746504"/>
            <a:ext cx="4572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URL + clicks Scan (with authorization confirmation) → Request sent to FastAPI backend (JWT validated)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029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4048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60904"/>
            <a:ext cx="4572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 Worker (headers/DNS/TLS) · Fingerprint Worker (signature match) · OWASP Module (A01–A10 checks) · CVE Module (NVD lookup) — all write results to Redis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5029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5021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POINT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758184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worker results merge in PostgreSQL: raw findings, CVE enrichment, CVSS severity, remediation playbook mapping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5029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4622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SOAR INTEGRATION LOOP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718304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High/Critical findings auto-forwarded to SOAR queue → matching playbook retrieved → execution status logged back to PostgreSQL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5029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4223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 &amp; DELIVERY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678424"/>
            <a:ext cx="4572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grouped by OWASP category, sorted by CVSS → Jinja2 populates HTML + PDF → dashboard &amp; PDF show SOAR action status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52160" y="1417320"/>
            <a:ext cx="5760720" cy="5074920"/>
          </a:xfrm>
          <a:prstGeom prst="rect">
            <a:avLst/>
          </a:prstGeom>
          <a:solidFill>
            <a:srgbClr val="FFFFFF"/>
          </a:solidFill>
          <a:ln w="15875">
            <a:solidFill>
              <a:srgbClr val="A9B7C2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5852160" y="34518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852160" y="39090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E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Circular/flow diagram — diagram to be inserted here</a:t>
            </a:r>
            <a:endParaRPr lang="en-US" sz="11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5AD7C91-FB2B-18C0-5798-8A8E6A82A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387179"/>
            <a:ext cx="5895081" cy="51722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Output &amp; Impact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91672" cy="457200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8686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SentinelScan · Report — https://example-target.com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7589520" y="868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date: 2026-08-21  ·  Duration: 3m 42s  ·  COMPLETE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246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4592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RISK SCORE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84708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 / 100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33172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2651760"/>
            <a:ext cx="697230" cy="12801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Shape 9"/>
          <p:cNvSpPr/>
          <p:nvPr/>
        </p:nvSpPr>
        <p:spPr>
          <a:xfrm>
            <a:off x="1474470" y="2651760"/>
            <a:ext cx="697230" cy="128016"/>
          </a:xfrm>
          <a:prstGeom prst="rect">
            <a:avLst/>
          </a:prstGeom>
          <a:solidFill>
            <a:srgbClr val="E1B23A"/>
          </a:solidFill>
          <a:ln/>
        </p:spPr>
      </p:sp>
      <p:sp>
        <p:nvSpPr>
          <p:cNvPr id="12" name="Shape 10"/>
          <p:cNvSpPr/>
          <p:nvPr/>
        </p:nvSpPr>
        <p:spPr>
          <a:xfrm>
            <a:off x="2171700" y="2651760"/>
            <a:ext cx="697230" cy="12801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Shape 11"/>
          <p:cNvSpPr/>
          <p:nvPr/>
        </p:nvSpPr>
        <p:spPr>
          <a:xfrm>
            <a:off x="2868930" y="2651760"/>
            <a:ext cx="697230" cy="12801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27980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SECURE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2194560" y="27980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CRITICAL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3246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20040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BY SEVERITY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7240" y="3511296"/>
            <a:ext cx="128016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05840" y="34747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3108960" y="3474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7240" y="3840480"/>
            <a:ext cx="128016" cy="1828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5840" y="38039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3108960" y="38039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77240" y="4169664"/>
            <a:ext cx="128016" cy="182880"/>
          </a:xfrm>
          <a:prstGeom prst="rect">
            <a:avLst/>
          </a:prstGeom>
          <a:solidFill>
            <a:srgbClr val="E1B2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05840" y="41330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3108960" y="4133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1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77240" y="4498848"/>
            <a:ext cx="128016" cy="1828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05840" y="44622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3108960" y="44622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4892040"/>
            <a:ext cx="3246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502920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PROFILE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" y="5285232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CMS: WordPress 5.4.2 [OUTDATED]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Server: nginx 1.18.0 [OUTDATED]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 PHP 7.2.24 [END OF LIFE]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Library: jQuery 1.12.4 [OUTDATED]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069080" y="1508760"/>
            <a:ext cx="757123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297680" y="1627632"/>
            <a:ext cx="7114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(SORTED BY SEVERITY)</a:t>
            </a:r>
            <a:endParaRPr lang="en-US" sz="1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1901952"/>
          <a:ext cx="7571232" cy="155448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OWASP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Affected Component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9.8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 RCE in detected CMS version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WordPress 5.4.2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CVE-XXXX-XXXXX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7.5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Deprecated TLS 1.0/1.1 accepted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TLS endpoint :443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B89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5.3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Content-Security-Policy header absent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response headers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Shape 33"/>
          <p:cNvSpPr/>
          <p:nvPr/>
        </p:nvSpPr>
        <p:spPr>
          <a:xfrm>
            <a:off x="4069080" y="3794760"/>
            <a:ext cx="7571232" cy="1234440"/>
          </a:xfrm>
          <a:prstGeom prst="rect">
            <a:avLst/>
          </a:prstGeom>
          <a:solidFill>
            <a:srgbClr val="E8F0F5"/>
          </a:solidFill>
          <a:ln w="12700">
            <a:solidFill>
              <a:srgbClr val="CBD9E3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343400" y="3931920"/>
            <a:ext cx="7022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expands into a detailed finding card — description, evidence, CVSS vector, remediation steps — and rolls up into a prioritized remediation roadmap with SOAR playbook status for each finding (pending, automated, manual review required).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069080" y="5166360"/>
            <a:ext cx="7571232" cy="1143000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4343400" y="5285232"/>
            <a:ext cx="7022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4343400" y="5513832"/>
            <a:ext cx="7022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URL goes in. A comprehensive report with remediation actions comes out — exactly the ask. Security teams get visibility in minutes. SOAR automation means fixes can start immediately.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1087</Words>
  <Application>Microsoft Office PowerPoint</Application>
  <PresentationFormat>Widescreen</PresentationFormat>
  <Paragraphs>195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Luv rawal</cp:lastModifiedBy>
  <cp:revision>2</cp:revision>
  <dcterms:created xsi:type="dcterms:W3CDTF">2026-09-02T15:30:31Z</dcterms:created>
  <dcterms:modified xsi:type="dcterms:W3CDTF">2026-09-02T16:52:45Z</dcterms:modified>
</cp:coreProperties>
</file>